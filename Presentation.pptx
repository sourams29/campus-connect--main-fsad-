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27"/>
  </p:notesMasterIdLst>
  <p:handoutMasterIdLst>
    <p:handoutMasterId r:id="rId28"/>
  </p:handoutMasterIdLst>
  <p:sldIdLst>
    <p:sldId id="258" r:id="rId5"/>
    <p:sldId id="259" r:id="rId6"/>
    <p:sldId id="260" r:id="rId7"/>
    <p:sldId id="276" r:id="rId8"/>
    <p:sldId id="277" r:id="rId9"/>
    <p:sldId id="278" r:id="rId10"/>
    <p:sldId id="279" r:id="rId11"/>
    <p:sldId id="271" r:id="rId12"/>
    <p:sldId id="280" r:id="rId13"/>
    <p:sldId id="281" r:id="rId14"/>
    <p:sldId id="282" r:id="rId15"/>
    <p:sldId id="290" r:id="rId16"/>
    <p:sldId id="283" r:id="rId17"/>
    <p:sldId id="284" r:id="rId18"/>
    <p:sldId id="285" r:id="rId19"/>
    <p:sldId id="270" r:id="rId20"/>
    <p:sldId id="286" r:id="rId21"/>
    <p:sldId id="287" r:id="rId22"/>
    <p:sldId id="273" r:id="rId23"/>
    <p:sldId id="288" r:id="rId24"/>
    <p:sldId id="289" r:id="rId25"/>
    <p:sldId id="27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1F484A-D7E2-4D6A-A3AF-5CD165D4C5D9}" v="10" dt="2026-04-04T03:47:57.537"/>
    <p1510:client id="{47D56BF7-8439-4730-A779-AD08C9EAB941}" v="484" dt="2026-04-04T03:46:31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 autoAdjust="0"/>
    <p:restoredTop sz="94630"/>
  </p:normalViewPr>
  <p:slideViewPr>
    <p:cSldViewPr showGuides="1">
      <p:cViewPr>
        <p:scale>
          <a:sx n="100" d="100"/>
          <a:sy n="100" d="100"/>
        </p:scale>
        <p:origin x="-72" y="-5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F1F484A-D7E2-4D6A-A3AF-5CD165D4C5D9}"/>
    <pc:docChg chg="modSld">
      <pc:chgData name="" userId="" providerId="" clId="Web-{0F1F484A-D7E2-4D6A-A3AF-5CD165D4C5D9}" dt="2026-04-04T03:47:45.990" v="0" actId="20577"/>
      <pc:docMkLst>
        <pc:docMk/>
      </pc:docMkLst>
      <pc:sldChg chg="modSp">
        <pc:chgData name="" userId="" providerId="" clId="Web-{0F1F484A-D7E2-4D6A-A3AF-5CD165D4C5D9}" dt="2026-04-04T03:47:45.990" v="0" actId="20577"/>
        <pc:sldMkLst>
          <pc:docMk/>
          <pc:sldMk cId="2812452602" sldId="258"/>
        </pc:sldMkLst>
        <pc:spChg chg="mod">
          <ac:chgData name="" userId="" providerId="" clId="Web-{0F1F484A-D7E2-4D6A-A3AF-5CD165D4C5D9}" dt="2026-04-04T03:47:45.990" v="0" actId="20577"/>
          <ac:spMkLst>
            <pc:docMk/>
            <pc:sldMk cId="2812452602" sldId="258"/>
            <ac:spMk id="3" creationId="{6A0CBC46-76F5-CB3F-9BF0-DE7BBD3C6643}"/>
          </ac:spMkLst>
        </pc:spChg>
      </pc:sldChg>
    </pc:docChg>
  </pc:docChgLst>
  <pc:docChgLst>
    <pc:chgData name="lakshmi abhishiktha" userId="9c26369dbb92a98d" providerId="Windows Live" clId="Web-{0F1F484A-D7E2-4D6A-A3AF-5CD165D4C5D9}"/>
    <pc:docChg chg="modSld">
      <pc:chgData name="lakshmi abhishiktha" userId="9c26369dbb92a98d" providerId="Windows Live" clId="Web-{0F1F484A-D7E2-4D6A-A3AF-5CD165D4C5D9}" dt="2026-04-04T03:47:57.537" v="8" actId="20577"/>
      <pc:docMkLst>
        <pc:docMk/>
      </pc:docMkLst>
      <pc:sldChg chg="modSp">
        <pc:chgData name="lakshmi abhishiktha" userId="9c26369dbb92a98d" providerId="Windows Live" clId="Web-{0F1F484A-D7E2-4D6A-A3AF-5CD165D4C5D9}" dt="2026-04-04T03:47:57.537" v="8" actId="20577"/>
        <pc:sldMkLst>
          <pc:docMk/>
          <pc:sldMk cId="2812452602" sldId="258"/>
        </pc:sldMkLst>
        <pc:spChg chg="mod">
          <ac:chgData name="lakshmi abhishiktha" userId="9c26369dbb92a98d" providerId="Windows Live" clId="Web-{0F1F484A-D7E2-4D6A-A3AF-5CD165D4C5D9}" dt="2026-04-04T03:47:57.537" v="8" actId="20577"/>
          <ac:spMkLst>
            <pc:docMk/>
            <pc:sldMk cId="2812452602" sldId="258"/>
            <ac:spMk id="3" creationId="{6A0CBC46-76F5-CB3F-9BF0-DE7BBD3C6643}"/>
          </ac:spMkLst>
        </pc:spChg>
      </pc:sldChg>
    </pc:docChg>
  </pc:docChgLst>
  <pc:docChgLst>
    <pc:chgData name="lakshmi abhishiktha" userId="9c26369dbb92a98d" providerId="Windows Live" clId="Web-{47D56BF7-8439-4730-A779-AD08C9EAB941}"/>
    <pc:docChg chg="addSld delSld modSld sldOrd">
      <pc:chgData name="lakshmi abhishiktha" userId="9c26369dbb92a98d" providerId="Windows Live" clId="Web-{47D56BF7-8439-4730-A779-AD08C9EAB941}" dt="2026-04-04T03:46:31.718" v="455" actId="14100"/>
      <pc:docMkLst>
        <pc:docMk/>
      </pc:docMkLst>
      <pc:sldChg chg="addSp delSp modSp">
        <pc:chgData name="lakshmi abhishiktha" userId="9c26369dbb92a98d" providerId="Windows Live" clId="Web-{47D56BF7-8439-4730-A779-AD08C9EAB941}" dt="2026-04-04T03:09:31.205" v="199"/>
        <pc:sldMkLst>
          <pc:docMk/>
          <pc:sldMk cId="2812452602" sldId="258"/>
        </pc:sldMkLst>
        <pc:spChg chg="add del mod">
          <ac:chgData name="lakshmi abhishiktha" userId="9c26369dbb92a98d" providerId="Windows Live" clId="Web-{47D56BF7-8439-4730-A779-AD08C9EAB941}" dt="2026-04-04T03:09:31.205" v="199"/>
          <ac:spMkLst>
            <pc:docMk/>
            <pc:sldMk cId="2812452602" sldId="258"/>
            <ac:spMk id="2" creationId="{0A41C8A5-6BBF-021B-4CFC-0F4E7EECCE35}"/>
          </ac:spMkLst>
        </pc:spChg>
        <pc:spChg chg="mod">
          <ac:chgData name="lakshmi abhishiktha" userId="9c26369dbb92a98d" providerId="Windows Live" clId="Web-{47D56BF7-8439-4730-A779-AD08C9EAB941}" dt="2026-04-04T02:37:20.083" v="4" actId="20577"/>
          <ac:spMkLst>
            <pc:docMk/>
            <pc:sldMk cId="2812452602" sldId="258"/>
            <ac:spMk id="3" creationId="{6A0CBC46-76F5-CB3F-9BF0-DE7BBD3C6643}"/>
          </ac:spMkLst>
        </pc:spChg>
        <pc:spChg chg="mod">
          <ac:chgData name="lakshmi abhishiktha" userId="9c26369dbb92a98d" providerId="Windows Live" clId="Web-{47D56BF7-8439-4730-A779-AD08C9EAB941}" dt="2026-04-04T02:37:47.084" v="20" actId="20577"/>
          <ac:spMkLst>
            <pc:docMk/>
            <pc:sldMk cId="2812452602" sldId="258"/>
            <ac:spMk id="4" creationId="{5CA5C5AD-7278-E875-15B7-835123AC22E5}"/>
          </ac:spMkLst>
        </pc:spChg>
      </pc:sldChg>
      <pc:sldChg chg="addSp delSp modSp new mod modClrScheme chgLayout">
        <pc:chgData name="lakshmi abhishiktha" userId="9c26369dbb92a98d" providerId="Windows Live" clId="Web-{47D56BF7-8439-4730-A779-AD08C9EAB941}" dt="2026-04-04T03:36:45.576" v="416" actId="20577"/>
        <pc:sldMkLst>
          <pc:docMk/>
          <pc:sldMk cId="3234679783" sldId="259"/>
        </pc:sldMkLst>
        <pc:spChg chg="mod ord">
          <ac:chgData name="lakshmi abhishiktha" userId="9c26369dbb92a98d" providerId="Windows Live" clId="Web-{47D56BF7-8439-4730-A779-AD08C9EAB941}" dt="2026-04-04T03:36:45.576" v="416" actId="20577"/>
          <ac:spMkLst>
            <pc:docMk/>
            <pc:sldMk cId="3234679783" sldId="259"/>
            <ac:spMk id="2" creationId="{0EA5DFD5-BBEB-5F57-70FB-4D0D0242E76A}"/>
          </ac:spMkLst>
        </pc:spChg>
        <pc:spChg chg="del mod ord">
          <ac:chgData name="lakshmi abhishiktha" userId="9c26369dbb92a98d" providerId="Windows Live" clId="Web-{47D56BF7-8439-4730-A779-AD08C9EAB941}" dt="2026-04-04T02:47:17.440" v="32"/>
          <ac:spMkLst>
            <pc:docMk/>
            <pc:sldMk cId="3234679783" sldId="259"/>
            <ac:spMk id="3" creationId="{9A40300F-DB7F-5C70-077A-60F4FDC47054}"/>
          </ac:spMkLst>
        </pc:spChg>
        <pc:spChg chg="add mod">
          <ac:chgData name="lakshmi abhishiktha" userId="9c26369dbb92a98d" providerId="Windows Live" clId="Web-{47D56BF7-8439-4730-A779-AD08C9EAB941}" dt="2026-04-04T02:49:25.880" v="62" actId="20577"/>
          <ac:spMkLst>
            <pc:docMk/>
            <pc:sldMk cId="3234679783" sldId="259"/>
            <ac:spMk id="4" creationId="{4B109EFB-6C06-377B-ED8C-54FB5A34DC94}"/>
          </ac:spMkLst>
        </pc:spChg>
        <pc:spChg chg="add mod">
          <ac:chgData name="lakshmi abhishiktha" userId="9c26369dbb92a98d" providerId="Windows Live" clId="Web-{47D56BF7-8439-4730-A779-AD08C9EAB941}" dt="2026-04-04T02:48:22.285" v="50" actId="14100"/>
          <ac:spMkLst>
            <pc:docMk/>
            <pc:sldMk cId="3234679783" sldId="259"/>
            <ac:spMk id="5" creationId="{DDB91742-02C9-4056-1FD6-39DC4D86A48B}"/>
          </ac:spMkLst>
        </pc:spChg>
        <pc:spChg chg="add mod">
          <ac:chgData name="lakshmi abhishiktha" userId="9c26369dbb92a98d" providerId="Windows Live" clId="Web-{47D56BF7-8439-4730-A779-AD08C9EAB941}" dt="2026-04-04T02:49:12.583" v="60" actId="20577"/>
          <ac:spMkLst>
            <pc:docMk/>
            <pc:sldMk cId="3234679783" sldId="259"/>
            <ac:spMk id="6" creationId="{5CFCA842-3654-5192-111E-89812E722AE8}"/>
          </ac:spMkLst>
        </pc:spChg>
      </pc:sldChg>
      <pc:sldChg chg="modSp new ord">
        <pc:chgData name="lakshmi abhishiktha" userId="9c26369dbb92a98d" providerId="Windows Live" clId="Web-{47D56BF7-8439-4730-A779-AD08C9EAB941}" dt="2026-04-04T03:20:53.396" v="319"/>
        <pc:sldMkLst>
          <pc:docMk/>
          <pc:sldMk cId="752665521" sldId="260"/>
        </pc:sldMkLst>
        <pc:spChg chg="mod">
          <ac:chgData name="lakshmi abhishiktha" userId="9c26369dbb92a98d" providerId="Windows Live" clId="Web-{47D56BF7-8439-4730-A779-AD08C9EAB941}" dt="2026-04-04T02:52:28.148" v="66" actId="1076"/>
          <ac:spMkLst>
            <pc:docMk/>
            <pc:sldMk cId="752665521" sldId="260"/>
            <ac:spMk id="2" creationId="{03371660-8B3D-174A-9F50-9441D424150F}"/>
          </ac:spMkLst>
        </pc:spChg>
        <pc:spChg chg="mod">
          <ac:chgData name="lakshmi abhishiktha" userId="9c26369dbb92a98d" providerId="Windows Live" clId="Web-{47D56BF7-8439-4730-A779-AD08C9EAB941}" dt="2026-04-04T02:56:46.368" v="69" actId="20577"/>
          <ac:spMkLst>
            <pc:docMk/>
            <pc:sldMk cId="752665521" sldId="260"/>
            <ac:spMk id="3" creationId="{1F0B14BE-E47D-4639-FF4C-1F5537CBE4D4}"/>
          </ac:spMkLst>
        </pc:spChg>
      </pc:sldChg>
      <pc:sldChg chg="new del">
        <pc:chgData name="lakshmi abhishiktha" userId="9c26369dbb92a98d" providerId="Windows Live" clId="Web-{47D56BF7-8439-4730-A779-AD08C9EAB941}" dt="2026-04-04T02:48:35.364" v="52"/>
        <pc:sldMkLst>
          <pc:docMk/>
          <pc:sldMk cId="3257235037" sldId="260"/>
        </pc:sldMkLst>
      </pc:sldChg>
      <pc:sldChg chg="modSp new del">
        <pc:chgData name="lakshmi abhishiktha" userId="9c26369dbb92a98d" providerId="Windows Live" clId="Web-{47D56BF7-8439-4730-A779-AD08C9EAB941}" dt="2026-04-04T03:21:33.772" v="323"/>
        <pc:sldMkLst>
          <pc:docMk/>
          <pc:sldMk cId="2155243044" sldId="261"/>
        </pc:sldMkLst>
        <pc:spChg chg="mod">
          <ac:chgData name="lakshmi abhishiktha" userId="9c26369dbb92a98d" providerId="Windows Live" clId="Web-{47D56BF7-8439-4730-A779-AD08C9EAB941}" dt="2026-04-04T02:57:50.982" v="73" actId="1076"/>
          <ac:spMkLst>
            <pc:docMk/>
            <pc:sldMk cId="2155243044" sldId="261"/>
            <ac:spMk id="2" creationId="{5F5755EB-F116-AE31-EF4F-C80C5789DAAD}"/>
          </ac:spMkLst>
        </pc:spChg>
        <pc:spChg chg="mod">
          <ac:chgData name="lakshmi abhishiktha" userId="9c26369dbb92a98d" providerId="Windows Live" clId="Web-{47D56BF7-8439-4730-A779-AD08C9EAB941}" dt="2026-04-04T02:58:11.874" v="75" actId="20577"/>
          <ac:spMkLst>
            <pc:docMk/>
            <pc:sldMk cId="2155243044" sldId="261"/>
            <ac:spMk id="3" creationId="{E600E2A5-FD60-63DD-DE11-E5D98743F8D6}"/>
          </ac:spMkLst>
        </pc:spChg>
      </pc:sldChg>
      <pc:sldChg chg="modSp new del">
        <pc:chgData name="lakshmi abhishiktha" userId="9c26369dbb92a98d" providerId="Windows Live" clId="Web-{47D56BF7-8439-4730-A779-AD08C9EAB941}" dt="2026-04-04T03:21:37.366" v="324"/>
        <pc:sldMkLst>
          <pc:docMk/>
          <pc:sldMk cId="2805473121" sldId="262"/>
        </pc:sldMkLst>
        <pc:spChg chg="mod">
          <ac:chgData name="lakshmi abhishiktha" userId="9c26369dbb92a98d" providerId="Windows Live" clId="Web-{47D56BF7-8439-4730-A779-AD08C9EAB941}" dt="2026-04-04T02:58:35.313" v="79" actId="1076"/>
          <ac:spMkLst>
            <pc:docMk/>
            <pc:sldMk cId="2805473121" sldId="262"/>
            <ac:spMk id="2" creationId="{4A5F51F9-2AF5-CF8C-EDF3-E4EB256FE7A9}"/>
          </ac:spMkLst>
        </pc:spChg>
        <pc:spChg chg="mod">
          <ac:chgData name="lakshmi abhishiktha" userId="9c26369dbb92a98d" providerId="Windows Live" clId="Web-{47D56BF7-8439-4730-A779-AD08C9EAB941}" dt="2026-04-04T02:59:45.144" v="81" actId="20577"/>
          <ac:spMkLst>
            <pc:docMk/>
            <pc:sldMk cId="2805473121" sldId="262"/>
            <ac:spMk id="3" creationId="{23282548-1754-EB0A-C307-6677CAEB44CF}"/>
          </ac:spMkLst>
        </pc:spChg>
      </pc:sldChg>
      <pc:sldChg chg="modSp new del">
        <pc:chgData name="lakshmi abhishiktha" userId="9c26369dbb92a98d" providerId="Windows Live" clId="Web-{47D56BF7-8439-4730-A779-AD08C9EAB941}" dt="2026-04-04T03:21:43.147" v="325"/>
        <pc:sldMkLst>
          <pc:docMk/>
          <pc:sldMk cId="2098742420" sldId="263"/>
        </pc:sldMkLst>
        <pc:spChg chg="mod">
          <ac:chgData name="lakshmi abhishiktha" userId="9c26369dbb92a98d" providerId="Windows Live" clId="Web-{47D56BF7-8439-4730-A779-AD08C9EAB941}" dt="2026-04-04T03:00:03.895" v="84" actId="1076"/>
          <ac:spMkLst>
            <pc:docMk/>
            <pc:sldMk cId="2098742420" sldId="263"/>
            <ac:spMk id="2" creationId="{512B33BB-9101-FB33-7FC2-014B0E06B70F}"/>
          </ac:spMkLst>
        </pc:spChg>
        <pc:spChg chg="mod">
          <ac:chgData name="lakshmi abhishiktha" userId="9c26369dbb92a98d" providerId="Windows Live" clId="Web-{47D56BF7-8439-4730-A779-AD08C9EAB941}" dt="2026-04-04T03:00:31.005" v="87" actId="1076"/>
          <ac:spMkLst>
            <pc:docMk/>
            <pc:sldMk cId="2098742420" sldId="263"/>
            <ac:spMk id="3" creationId="{A889B5D8-B0CD-FCA0-1125-D6EF9FAC4F92}"/>
          </ac:spMkLst>
        </pc:spChg>
      </pc:sldChg>
      <pc:sldChg chg="modSp new del">
        <pc:chgData name="lakshmi abhishiktha" userId="9c26369dbb92a98d" providerId="Windows Live" clId="Web-{47D56BF7-8439-4730-A779-AD08C9EAB941}" dt="2026-04-04T03:21:47.788" v="326"/>
        <pc:sldMkLst>
          <pc:docMk/>
          <pc:sldMk cId="552303372" sldId="264"/>
        </pc:sldMkLst>
        <pc:spChg chg="mod">
          <ac:chgData name="lakshmi abhishiktha" userId="9c26369dbb92a98d" providerId="Windows Live" clId="Web-{47D56BF7-8439-4730-A779-AD08C9EAB941}" dt="2026-04-04T03:00:49.709" v="90" actId="1076"/>
          <ac:spMkLst>
            <pc:docMk/>
            <pc:sldMk cId="552303372" sldId="264"/>
            <ac:spMk id="2" creationId="{26265631-005B-4D63-AE7C-FDF716242EAF}"/>
          </ac:spMkLst>
        </pc:spChg>
        <pc:spChg chg="mod">
          <ac:chgData name="lakshmi abhishiktha" userId="9c26369dbb92a98d" providerId="Windows Live" clId="Web-{47D56BF7-8439-4730-A779-AD08C9EAB941}" dt="2026-04-04T03:01:05.241" v="92" actId="20577"/>
          <ac:spMkLst>
            <pc:docMk/>
            <pc:sldMk cId="552303372" sldId="264"/>
            <ac:spMk id="3" creationId="{E9A938FC-074B-A45E-2EF9-D14CE8973DFE}"/>
          </ac:spMkLst>
        </pc:spChg>
      </pc:sldChg>
      <pc:sldChg chg="modSp new del">
        <pc:chgData name="lakshmi abhishiktha" userId="9c26369dbb92a98d" providerId="Windows Live" clId="Web-{47D56BF7-8439-4730-A779-AD08C9EAB941}" dt="2026-04-04T03:21:59.085" v="327"/>
        <pc:sldMkLst>
          <pc:docMk/>
          <pc:sldMk cId="3159965405" sldId="265"/>
        </pc:sldMkLst>
        <pc:spChg chg="mod">
          <ac:chgData name="lakshmi abhishiktha" userId="9c26369dbb92a98d" providerId="Windows Live" clId="Web-{47D56BF7-8439-4730-A779-AD08C9EAB941}" dt="2026-04-04T03:01:19.179" v="95" actId="1076"/>
          <ac:spMkLst>
            <pc:docMk/>
            <pc:sldMk cId="3159965405" sldId="265"/>
            <ac:spMk id="2" creationId="{C10DB7C1-F04C-63F4-3DC4-894C6F9E385C}"/>
          </ac:spMkLst>
        </pc:spChg>
        <pc:spChg chg="mod">
          <ac:chgData name="lakshmi abhishiktha" userId="9c26369dbb92a98d" providerId="Windows Live" clId="Web-{47D56BF7-8439-4730-A779-AD08C9EAB941}" dt="2026-04-04T03:01:33.884" v="97" actId="20577"/>
          <ac:spMkLst>
            <pc:docMk/>
            <pc:sldMk cId="3159965405" sldId="265"/>
            <ac:spMk id="3" creationId="{99D10008-E433-A2DB-6703-1D4B0E216A16}"/>
          </ac:spMkLst>
        </pc:spChg>
      </pc:sldChg>
      <pc:sldChg chg="modSp new del">
        <pc:chgData name="lakshmi abhishiktha" userId="9c26369dbb92a98d" providerId="Windows Live" clId="Web-{47D56BF7-8439-4730-A779-AD08C9EAB941}" dt="2026-04-04T03:22:02.757" v="328"/>
        <pc:sldMkLst>
          <pc:docMk/>
          <pc:sldMk cId="2797119291" sldId="266"/>
        </pc:sldMkLst>
        <pc:spChg chg="mod">
          <ac:chgData name="lakshmi abhishiktha" userId="9c26369dbb92a98d" providerId="Windows Live" clId="Web-{47D56BF7-8439-4730-A779-AD08C9EAB941}" dt="2026-04-04T03:01:50.322" v="100" actId="1076"/>
          <ac:spMkLst>
            <pc:docMk/>
            <pc:sldMk cId="2797119291" sldId="266"/>
            <ac:spMk id="2" creationId="{FC056A07-6CC2-923D-E1FA-2BE2D32B30A2}"/>
          </ac:spMkLst>
        </pc:spChg>
        <pc:spChg chg="mod">
          <ac:chgData name="lakshmi abhishiktha" userId="9c26369dbb92a98d" providerId="Windows Live" clId="Web-{47D56BF7-8439-4730-A779-AD08C9EAB941}" dt="2026-04-04T03:02:04.728" v="102" actId="20577"/>
          <ac:spMkLst>
            <pc:docMk/>
            <pc:sldMk cId="2797119291" sldId="266"/>
            <ac:spMk id="3" creationId="{7159E0C6-FEF2-8B81-506F-CB41C43C2DD4}"/>
          </ac:spMkLst>
        </pc:spChg>
      </pc:sldChg>
      <pc:sldChg chg="modSp new del">
        <pc:chgData name="lakshmi abhishiktha" userId="9c26369dbb92a98d" providerId="Windows Live" clId="Web-{47D56BF7-8439-4730-A779-AD08C9EAB941}" dt="2026-04-04T03:22:26.274" v="329"/>
        <pc:sldMkLst>
          <pc:docMk/>
          <pc:sldMk cId="3067287762" sldId="267"/>
        </pc:sldMkLst>
        <pc:spChg chg="mod">
          <ac:chgData name="lakshmi abhishiktha" userId="9c26369dbb92a98d" providerId="Windows Live" clId="Web-{47D56BF7-8439-4730-A779-AD08C9EAB941}" dt="2026-04-04T03:03:00.214" v="104" actId="20577"/>
          <ac:spMkLst>
            <pc:docMk/>
            <pc:sldMk cId="3067287762" sldId="267"/>
            <ac:spMk id="2" creationId="{7DED9817-D744-6340-626F-A41423D0AD3A}"/>
          </ac:spMkLst>
        </pc:spChg>
        <pc:spChg chg="mod">
          <ac:chgData name="lakshmi abhishiktha" userId="9c26369dbb92a98d" providerId="Windows Live" clId="Web-{47D56BF7-8439-4730-A779-AD08C9EAB941}" dt="2026-04-04T03:03:24.559" v="107" actId="20577"/>
          <ac:spMkLst>
            <pc:docMk/>
            <pc:sldMk cId="3067287762" sldId="267"/>
            <ac:spMk id="3" creationId="{B912F84A-6480-E974-47FF-7A98E47C3840}"/>
          </ac:spMkLst>
        </pc:spChg>
      </pc:sldChg>
      <pc:sldChg chg="modSp new del">
        <pc:chgData name="lakshmi abhishiktha" userId="9c26369dbb92a98d" providerId="Windows Live" clId="Web-{47D56BF7-8439-4730-A779-AD08C9EAB941}" dt="2026-04-04T03:22:36.821" v="330"/>
        <pc:sldMkLst>
          <pc:docMk/>
          <pc:sldMk cId="1820439380" sldId="268"/>
        </pc:sldMkLst>
        <pc:spChg chg="mod">
          <ac:chgData name="lakshmi abhishiktha" userId="9c26369dbb92a98d" providerId="Windows Live" clId="Web-{47D56BF7-8439-4730-A779-AD08C9EAB941}" dt="2026-04-04T03:03:57.559" v="154" actId="1076"/>
          <ac:spMkLst>
            <pc:docMk/>
            <pc:sldMk cId="1820439380" sldId="268"/>
            <ac:spMk id="2" creationId="{0DA603BA-6502-48DF-AFEE-67CE8E8D2866}"/>
          </ac:spMkLst>
        </pc:spChg>
        <pc:spChg chg="mod">
          <ac:chgData name="lakshmi abhishiktha" userId="9c26369dbb92a98d" providerId="Windows Live" clId="Web-{47D56BF7-8439-4730-A779-AD08C9EAB941}" dt="2026-04-04T03:04:22.325" v="157" actId="20577"/>
          <ac:spMkLst>
            <pc:docMk/>
            <pc:sldMk cId="1820439380" sldId="268"/>
            <ac:spMk id="3" creationId="{16574B84-D23A-3248-8220-5A74F523F2D1}"/>
          </ac:spMkLst>
        </pc:spChg>
      </pc:sldChg>
      <pc:sldChg chg="modSp new del">
        <pc:chgData name="lakshmi abhishiktha" userId="9c26369dbb92a98d" providerId="Windows Live" clId="Web-{47D56BF7-8439-4730-A779-AD08C9EAB941}" dt="2026-04-04T03:22:42.118" v="331"/>
        <pc:sldMkLst>
          <pc:docMk/>
          <pc:sldMk cId="4087231747" sldId="269"/>
        </pc:sldMkLst>
        <pc:spChg chg="mod">
          <ac:chgData name="lakshmi abhishiktha" userId="9c26369dbb92a98d" providerId="Windows Live" clId="Web-{47D56BF7-8439-4730-A779-AD08C9EAB941}" dt="2026-04-04T03:04:38.732" v="160" actId="1076"/>
          <ac:spMkLst>
            <pc:docMk/>
            <pc:sldMk cId="4087231747" sldId="269"/>
            <ac:spMk id="2" creationId="{05F37318-5143-584E-B7C1-A185931E59E8}"/>
          </ac:spMkLst>
        </pc:spChg>
        <pc:spChg chg="mod">
          <ac:chgData name="lakshmi abhishiktha" userId="9c26369dbb92a98d" providerId="Windows Live" clId="Web-{47D56BF7-8439-4730-A779-AD08C9EAB941}" dt="2026-04-04T03:04:56.482" v="162" actId="20577"/>
          <ac:spMkLst>
            <pc:docMk/>
            <pc:sldMk cId="4087231747" sldId="269"/>
            <ac:spMk id="3" creationId="{1A234766-6590-98D3-477C-C0ADD8ECDB98}"/>
          </ac:spMkLst>
        </pc:spChg>
      </pc:sldChg>
      <pc:sldChg chg="modSp new ord">
        <pc:chgData name="lakshmi abhishiktha" userId="9c26369dbb92a98d" providerId="Windows Live" clId="Web-{47D56BF7-8439-4730-A779-AD08C9EAB941}" dt="2026-04-04T03:35:53.403" v="405" actId="20577"/>
        <pc:sldMkLst>
          <pc:docMk/>
          <pc:sldMk cId="915777225" sldId="270"/>
        </pc:sldMkLst>
        <pc:spChg chg="mod">
          <ac:chgData name="lakshmi abhishiktha" userId="9c26369dbb92a98d" providerId="Windows Live" clId="Web-{47D56BF7-8439-4730-A779-AD08C9EAB941}" dt="2026-04-04T03:35:53.403" v="405" actId="20577"/>
          <ac:spMkLst>
            <pc:docMk/>
            <pc:sldMk cId="915777225" sldId="270"/>
            <ac:spMk id="2" creationId="{D172E852-3785-1F0C-158A-CD4EC7B61A8B}"/>
          </ac:spMkLst>
        </pc:spChg>
        <pc:spChg chg="mod">
          <ac:chgData name="lakshmi abhishiktha" userId="9c26369dbb92a98d" providerId="Windows Live" clId="Web-{47D56BF7-8439-4730-A779-AD08C9EAB941}" dt="2026-04-04T03:05:24.452" v="166" actId="20577"/>
          <ac:spMkLst>
            <pc:docMk/>
            <pc:sldMk cId="915777225" sldId="270"/>
            <ac:spMk id="3" creationId="{FD6C816F-CEDA-F39C-C920-C5743B5E515A}"/>
          </ac:spMkLst>
        </pc:spChg>
      </pc:sldChg>
      <pc:sldChg chg="modSp new ord">
        <pc:chgData name="lakshmi abhishiktha" userId="9c26369dbb92a98d" providerId="Windows Live" clId="Web-{47D56BF7-8439-4730-A779-AD08C9EAB941}" dt="2026-04-04T03:36:34.951" v="414" actId="20577"/>
        <pc:sldMkLst>
          <pc:docMk/>
          <pc:sldMk cId="1925308601" sldId="271"/>
        </pc:sldMkLst>
        <pc:spChg chg="mod">
          <ac:chgData name="lakshmi abhishiktha" userId="9c26369dbb92a98d" providerId="Windows Live" clId="Web-{47D56BF7-8439-4730-A779-AD08C9EAB941}" dt="2026-04-04T03:36:34.951" v="414" actId="20577"/>
          <ac:spMkLst>
            <pc:docMk/>
            <pc:sldMk cId="1925308601" sldId="271"/>
            <ac:spMk id="2" creationId="{46D6711F-5379-E5D3-7A84-9CCD164BF39F}"/>
          </ac:spMkLst>
        </pc:spChg>
        <pc:spChg chg="mod">
          <ac:chgData name="lakshmi abhishiktha" userId="9c26369dbb92a98d" providerId="Windows Live" clId="Web-{47D56BF7-8439-4730-A779-AD08C9EAB941}" dt="2026-04-04T03:06:00.218" v="170" actId="20577"/>
          <ac:spMkLst>
            <pc:docMk/>
            <pc:sldMk cId="1925308601" sldId="271"/>
            <ac:spMk id="3" creationId="{5C982AF0-3D3B-B232-8C3C-41B12A2B90DC}"/>
          </ac:spMkLst>
        </pc:spChg>
      </pc:sldChg>
      <pc:sldChg chg="modSp new del">
        <pc:chgData name="lakshmi abhishiktha" userId="9c26369dbb92a98d" providerId="Windows Live" clId="Web-{47D56BF7-8439-4730-A779-AD08C9EAB941}" dt="2026-04-04T03:34:11.868" v="398"/>
        <pc:sldMkLst>
          <pc:docMk/>
          <pc:sldMk cId="2747297939" sldId="272"/>
        </pc:sldMkLst>
        <pc:spChg chg="mod">
          <ac:chgData name="lakshmi abhishiktha" userId="9c26369dbb92a98d" providerId="Windows Live" clId="Web-{47D56BF7-8439-4730-A779-AD08C9EAB941}" dt="2026-04-04T03:06:13.796" v="172" actId="20577"/>
          <ac:spMkLst>
            <pc:docMk/>
            <pc:sldMk cId="2747297939" sldId="272"/>
            <ac:spMk id="2" creationId="{9148900C-5DA6-5948-F1F8-C3499841FDA7}"/>
          </ac:spMkLst>
        </pc:spChg>
        <pc:spChg chg="mod">
          <ac:chgData name="lakshmi abhishiktha" userId="9c26369dbb92a98d" providerId="Windows Live" clId="Web-{47D56BF7-8439-4730-A779-AD08C9EAB941}" dt="2026-04-04T03:06:27.062" v="174" actId="20577"/>
          <ac:spMkLst>
            <pc:docMk/>
            <pc:sldMk cId="2747297939" sldId="272"/>
            <ac:spMk id="3" creationId="{86B1311B-6463-C986-D5D7-0CBFB756E62F}"/>
          </ac:spMkLst>
        </pc:spChg>
      </pc:sldChg>
      <pc:sldChg chg="addSp modSp new">
        <pc:chgData name="lakshmi abhishiktha" userId="9c26369dbb92a98d" providerId="Windows Live" clId="Web-{47D56BF7-8439-4730-A779-AD08C9EAB941}" dt="2026-04-04T03:41:59.879" v="437" actId="14100"/>
        <pc:sldMkLst>
          <pc:docMk/>
          <pc:sldMk cId="3976677151" sldId="273"/>
        </pc:sldMkLst>
        <pc:spChg chg="mod">
          <ac:chgData name="lakshmi abhishiktha" userId="9c26369dbb92a98d" providerId="Windows Live" clId="Web-{47D56BF7-8439-4730-A779-AD08C9EAB941}" dt="2026-04-04T03:36:03.715" v="407" actId="20577"/>
          <ac:spMkLst>
            <pc:docMk/>
            <pc:sldMk cId="3976677151" sldId="273"/>
            <ac:spMk id="2" creationId="{04BD36DF-044F-CFEF-A652-D85B5E7033CA}"/>
          </ac:spMkLst>
        </pc:spChg>
        <pc:spChg chg="mod">
          <ac:chgData name="lakshmi abhishiktha" userId="9c26369dbb92a98d" providerId="Windows Live" clId="Web-{47D56BF7-8439-4730-A779-AD08C9EAB941}" dt="2026-04-04T03:06:52.766" v="178" actId="20577"/>
          <ac:spMkLst>
            <pc:docMk/>
            <pc:sldMk cId="3976677151" sldId="273"/>
            <ac:spMk id="3" creationId="{E4B185A0-C839-987E-7A4A-F3FCC21BC69E}"/>
          </ac:spMkLst>
        </pc:spChg>
        <pc:picChg chg="add mod">
          <ac:chgData name="lakshmi abhishiktha" userId="9c26369dbb92a98d" providerId="Windows Live" clId="Web-{47D56BF7-8439-4730-A779-AD08C9EAB941}" dt="2026-04-04T03:41:59.879" v="437" actId="14100"/>
          <ac:picMkLst>
            <pc:docMk/>
            <pc:sldMk cId="3976677151" sldId="273"/>
            <ac:picMk id="4" creationId="{0E640679-3ACE-0AD9-881D-6BCF2FE8655A}"/>
          </ac:picMkLst>
        </pc:picChg>
      </pc:sldChg>
      <pc:sldChg chg="new del">
        <pc:chgData name="lakshmi abhishiktha" userId="9c26369dbb92a98d" providerId="Windows Live" clId="Web-{47D56BF7-8439-4730-A779-AD08C9EAB941}" dt="2026-04-04T03:07:30.797" v="184"/>
        <pc:sldMkLst>
          <pc:docMk/>
          <pc:sldMk cId="2181764080" sldId="274"/>
        </pc:sldMkLst>
      </pc:sldChg>
      <pc:sldChg chg="modSp new">
        <pc:chgData name="lakshmi abhishiktha" userId="9c26369dbb92a98d" providerId="Windows Live" clId="Web-{47D56BF7-8439-4730-A779-AD08C9EAB941}" dt="2026-04-04T03:36:16.935" v="413" actId="20577"/>
        <pc:sldMkLst>
          <pc:docMk/>
          <pc:sldMk cId="3006040307" sldId="275"/>
        </pc:sldMkLst>
        <pc:spChg chg="mod">
          <ac:chgData name="lakshmi abhishiktha" userId="9c26369dbb92a98d" providerId="Windows Live" clId="Web-{47D56BF7-8439-4730-A779-AD08C9EAB941}" dt="2026-04-04T03:36:11.825" v="412" actId="20577"/>
          <ac:spMkLst>
            <pc:docMk/>
            <pc:sldMk cId="3006040307" sldId="275"/>
            <ac:spMk id="2" creationId="{491A00A0-47BB-3A5E-4651-B47609C6B067}"/>
          </ac:spMkLst>
        </pc:spChg>
        <pc:spChg chg="mod">
          <ac:chgData name="lakshmi abhishiktha" userId="9c26369dbb92a98d" providerId="Windows Live" clId="Web-{47D56BF7-8439-4730-A779-AD08C9EAB941}" dt="2026-04-04T03:36:16.935" v="413" actId="20577"/>
          <ac:spMkLst>
            <pc:docMk/>
            <pc:sldMk cId="3006040307" sldId="275"/>
            <ac:spMk id="3" creationId="{166D1C9C-228A-C1C2-398E-4ADDEE4BCC4F}"/>
          </ac:spMkLst>
        </pc:spChg>
      </pc:sldChg>
      <pc:sldChg chg="modSp new">
        <pc:chgData name="lakshmi abhishiktha" userId="9c26369dbb92a98d" providerId="Windows Live" clId="Web-{47D56BF7-8439-4730-A779-AD08C9EAB941}" dt="2026-04-04T03:21:00.881" v="320" actId="20577"/>
        <pc:sldMkLst>
          <pc:docMk/>
          <pc:sldMk cId="1242168383" sldId="276"/>
        </pc:sldMkLst>
        <pc:spChg chg="mod">
          <ac:chgData name="lakshmi abhishiktha" userId="9c26369dbb92a98d" providerId="Windows Live" clId="Web-{47D56BF7-8439-4730-A779-AD08C9EAB941}" dt="2026-04-04T03:21:00.881" v="320" actId="20577"/>
          <ac:spMkLst>
            <pc:docMk/>
            <pc:sldMk cId="1242168383" sldId="276"/>
            <ac:spMk id="2" creationId="{8D681DA8-A480-465E-EB56-E05A9C3299DC}"/>
          </ac:spMkLst>
        </pc:spChg>
        <pc:spChg chg="mod">
          <ac:chgData name="lakshmi abhishiktha" userId="9c26369dbb92a98d" providerId="Windows Live" clId="Web-{47D56BF7-8439-4730-A779-AD08C9EAB941}" dt="2026-04-04T03:11:08.066" v="214" actId="20577"/>
          <ac:spMkLst>
            <pc:docMk/>
            <pc:sldMk cId="1242168383" sldId="276"/>
            <ac:spMk id="3" creationId="{5D1ACA32-1EE6-3BA0-A40B-7B01B087F52E}"/>
          </ac:spMkLst>
        </pc:spChg>
      </pc:sldChg>
      <pc:sldChg chg="modSp new">
        <pc:chgData name="lakshmi abhishiktha" userId="9c26369dbb92a98d" providerId="Windows Live" clId="Web-{47D56BF7-8439-4730-A779-AD08C9EAB941}" dt="2026-04-04T03:21:15.990" v="322" actId="20577"/>
        <pc:sldMkLst>
          <pc:docMk/>
          <pc:sldMk cId="1473950465" sldId="277"/>
        </pc:sldMkLst>
        <pc:spChg chg="mod">
          <ac:chgData name="lakshmi abhishiktha" userId="9c26369dbb92a98d" providerId="Windows Live" clId="Web-{47D56BF7-8439-4730-A779-AD08C9EAB941}" dt="2026-04-04T03:21:15.990" v="322" actId="20577"/>
          <ac:spMkLst>
            <pc:docMk/>
            <pc:sldMk cId="1473950465" sldId="277"/>
            <ac:spMk id="2" creationId="{B4ED05B1-C2F6-C6DE-6C79-F3E060DDCEC5}"/>
          </ac:spMkLst>
        </pc:spChg>
        <pc:spChg chg="mod">
          <ac:chgData name="lakshmi abhishiktha" userId="9c26369dbb92a98d" providerId="Windows Live" clId="Web-{47D56BF7-8439-4730-A779-AD08C9EAB941}" dt="2026-04-04T03:11:59.931" v="221" actId="20577"/>
          <ac:spMkLst>
            <pc:docMk/>
            <pc:sldMk cId="1473950465" sldId="277"/>
            <ac:spMk id="3" creationId="{A852BBCC-C2FF-DDF1-B533-01CEDA51ECDB}"/>
          </ac:spMkLst>
        </pc:spChg>
      </pc:sldChg>
      <pc:sldChg chg="addSp modSp new">
        <pc:chgData name="lakshmi abhishiktha" userId="9c26369dbb92a98d" providerId="Windows Live" clId="Web-{47D56BF7-8439-4730-A779-AD08C9EAB941}" dt="2026-04-04T03:38:03.703" v="422" actId="1076"/>
        <pc:sldMkLst>
          <pc:docMk/>
          <pc:sldMk cId="3815929003" sldId="278"/>
        </pc:sldMkLst>
        <pc:spChg chg="mod">
          <ac:chgData name="lakshmi abhishiktha" userId="9c26369dbb92a98d" providerId="Windows Live" clId="Web-{47D56BF7-8439-4730-A779-AD08C9EAB941}" dt="2026-04-04T03:33:18.006" v="390" actId="20577"/>
          <ac:spMkLst>
            <pc:docMk/>
            <pc:sldMk cId="3815929003" sldId="278"/>
            <ac:spMk id="2" creationId="{EAFC3F9B-6FF4-D6A9-9510-32EEE39AEF1B}"/>
          </ac:spMkLst>
        </pc:spChg>
        <pc:spChg chg="mod">
          <ac:chgData name="lakshmi abhishiktha" userId="9c26369dbb92a98d" providerId="Windows Live" clId="Web-{47D56BF7-8439-4730-A779-AD08C9EAB941}" dt="2026-04-04T03:12:49.483" v="225" actId="20577"/>
          <ac:spMkLst>
            <pc:docMk/>
            <pc:sldMk cId="3815929003" sldId="278"/>
            <ac:spMk id="3" creationId="{06CC444A-B52F-F5A1-7D84-0FBF245084D5}"/>
          </ac:spMkLst>
        </pc:spChg>
        <pc:picChg chg="add mod">
          <ac:chgData name="lakshmi abhishiktha" userId="9c26369dbb92a98d" providerId="Windows Live" clId="Web-{47D56BF7-8439-4730-A779-AD08C9EAB941}" dt="2026-04-04T03:38:03.703" v="422" actId="1076"/>
          <ac:picMkLst>
            <pc:docMk/>
            <pc:sldMk cId="3815929003" sldId="278"/>
            <ac:picMk id="4" creationId="{FEA00AB3-B01A-6B69-C49D-6A51D6C9B9C5}"/>
          </ac:picMkLst>
        </pc:picChg>
      </pc:sldChg>
      <pc:sldChg chg="modSp new">
        <pc:chgData name="lakshmi abhishiktha" userId="9c26369dbb92a98d" providerId="Windows Live" clId="Web-{47D56BF7-8439-4730-A779-AD08C9EAB941}" dt="2026-04-04T03:33:22.710" v="391" actId="20577"/>
        <pc:sldMkLst>
          <pc:docMk/>
          <pc:sldMk cId="3212947253" sldId="279"/>
        </pc:sldMkLst>
        <pc:spChg chg="mod">
          <ac:chgData name="lakshmi abhishiktha" userId="9c26369dbb92a98d" providerId="Windows Live" clId="Web-{47D56BF7-8439-4730-A779-AD08C9EAB941}" dt="2026-04-04T03:33:22.710" v="391" actId="20577"/>
          <ac:spMkLst>
            <pc:docMk/>
            <pc:sldMk cId="3212947253" sldId="279"/>
            <ac:spMk id="2" creationId="{41EA8DB9-2378-8D6A-48C2-28E562C6D654}"/>
          </ac:spMkLst>
        </pc:spChg>
        <pc:spChg chg="mod">
          <ac:chgData name="lakshmi abhishiktha" userId="9c26369dbb92a98d" providerId="Windows Live" clId="Web-{47D56BF7-8439-4730-A779-AD08C9EAB941}" dt="2026-04-04T03:13:27.455" v="229" actId="20577"/>
          <ac:spMkLst>
            <pc:docMk/>
            <pc:sldMk cId="3212947253" sldId="279"/>
            <ac:spMk id="3" creationId="{CFAB8D12-8965-EE09-063F-B2BFE860E776}"/>
          </ac:spMkLst>
        </pc:spChg>
      </pc:sldChg>
      <pc:sldChg chg="modSp new">
        <pc:chgData name="lakshmi abhishiktha" userId="9c26369dbb92a98d" providerId="Windows Live" clId="Web-{47D56BF7-8439-4730-A779-AD08C9EAB941}" dt="2026-04-04T03:33:05.052" v="388" actId="20577"/>
        <pc:sldMkLst>
          <pc:docMk/>
          <pc:sldMk cId="1989065002" sldId="280"/>
        </pc:sldMkLst>
        <pc:spChg chg="mod">
          <ac:chgData name="lakshmi abhishiktha" userId="9c26369dbb92a98d" providerId="Windows Live" clId="Web-{47D56BF7-8439-4730-A779-AD08C9EAB941}" dt="2026-04-04T03:33:05.052" v="388" actId="20577"/>
          <ac:spMkLst>
            <pc:docMk/>
            <pc:sldMk cId="1989065002" sldId="280"/>
            <ac:spMk id="2" creationId="{CEE999DF-0EBA-8CBE-F245-9E666D7AE5FB}"/>
          </ac:spMkLst>
        </pc:spChg>
        <pc:spChg chg="mod">
          <ac:chgData name="lakshmi abhishiktha" userId="9c26369dbb92a98d" providerId="Windows Live" clId="Web-{47D56BF7-8439-4730-A779-AD08C9EAB941}" dt="2026-04-04T03:30:36.653" v="360" actId="20577"/>
          <ac:spMkLst>
            <pc:docMk/>
            <pc:sldMk cId="1989065002" sldId="280"/>
            <ac:spMk id="3" creationId="{D0E9DD52-BB1C-DB7D-5CF9-BC7F2AA06FD0}"/>
          </ac:spMkLst>
        </pc:spChg>
      </pc:sldChg>
      <pc:sldChg chg="modSp new">
        <pc:chgData name="lakshmi abhishiktha" userId="9c26369dbb92a98d" providerId="Windows Live" clId="Web-{47D56BF7-8439-4730-A779-AD08C9EAB941}" dt="2026-04-04T03:31:15.562" v="369" actId="20577"/>
        <pc:sldMkLst>
          <pc:docMk/>
          <pc:sldMk cId="1455799793" sldId="281"/>
        </pc:sldMkLst>
        <pc:spChg chg="mod">
          <ac:chgData name="lakshmi abhishiktha" userId="9c26369dbb92a98d" providerId="Windows Live" clId="Web-{47D56BF7-8439-4730-A779-AD08C9EAB941}" dt="2026-04-04T03:30:49.857" v="361" actId="20577"/>
          <ac:spMkLst>
            <pc:docMk/>
            <pc:sldMk cId="1455799793" sldId="281"/>
            <ac:spMk id="2" creationId="{F0ED567A-986C-A0DD-BCF5-83AE7183695E}"/>
          </ac:spMkLst>
        </pc:spChg>
        <pc:spChg chg="mod">
          <ac:chgData name="lakshmi abhishiktha" userId="9c26369dbb92a98d" providerId="Windows Live" clId="Web-{47D56BF7-8439-4730-A779-AD08C9EAB941}" dt="2026-04-04T03:31:15.562" v="369" actId="20577"/>
          <ac:spMkLst>
            <pc:docMk/>
            <pc:sldMk cId="1455799793" sldId="281"/>
            <ac:spMk id="3" creationId="{F0120B49-0D07-7B82-04ED-A93E829C793E}"/>
          </ac:spMkLst>
        </pc:spChg>
      </pc:sldChg>
      <pc:sldChg chg="addSp delSp modSp new">
        <pc:chgData name="lakshmi abhishiktha" userId="9c26369dbb92a98d" providerId="Windows Live" clId="Web-{47D56BF7-8439-4730-A779-AD08C9EAB941}" dt="2026-04-04T03:45:51.026" v="448"/>
        <pc:sldMkLst>
          <pc:docMk/>
          <pc:sldMk cId="3699984704" sldId="282"/>
        </pc:sldMkLst>
        <pc:spChg chg="mod">
          <ac:chgData name="lakshmi abhishiktha" userId="9c26369dbb92a98d" providerId="Windows Live" clId="Web-{47D56BF7-8439-4730-A779-AD08C9EAB941}" dt="2026-04-04T03:31:25.547" v="370" actId="20577"/>
          <ac:spMkLst>
            <pc:docMk/>
            <pc:sldMk cId="3699984704" sldId="282"/>
            <ac:spMk id="2" creationId="{C7ACC18A-AE48-E5A9-51AA-4008D44BF69E}"/>
          </ac:spMkLst>
        </pc:spChg>
        <pc:spChg chg="mod">
          <ac:chgData name="lakshmi abhishiktha" userId="9c26369dbb92a98d" providerId="Windows Live" clId="Web-{47D56BF7-8439-4730-A779-AD08C9EAB941}" dt="2026-04-04T03:32:06.471" v="382" actId="20577"/>
          <ac:spMkLst>
            <pc:docMk/>
            <pc:sldMk cId="3699984704" sldId="282"/>
            <ac:spMk id="3" creationId="{48E3C985-632F-B16B-D16E-947DA6E02B2B}"/>
          </ac:spMkLst>
        </pc:spChg>
        <pc:picChg chg="add del mod">
          <ac:chgData name="lakshmi abhishiktha" userId="9c26369dbb92a98d" providerId="Windows Live" clId="Web-{47D56BF7-8439-4730-A779-AD08C9EAB941}" dt="2026-04-04T03:45:02.522" v="443"/>
          <ac:picMkLst>
            <pc:docMk/>
            <pc:sldMk cId="3699984704" sldId="282"/>
            <ac:picMk id="4" creationId="{9D440A22-4778-27E6-A704-3B4161E6076E}"/>
          </ac:picMkLst>
        </pc:picChg>
        <pc:picChg chg="add del mod">
          <ac:chgData name="lakshmi abhishiktha" userId="9c26369dbb92a98d" providerId="Windows Live" clId="Web-{47D56BF7-8439-4730-A779-AD08C9EAB941}" dt="2026-04-04T03:45:51.026" v="448"/>
          <ac:picMkLst>
            <pc:docMk/>
            <pc:sldMk cId="3699984704" sldId="282"/>
            <ac:picMk id="5" creationId="{10671A99-6FAC-F36A-21C8-0500B41D2ADE}"/>
          </ac:picMkLst>
        </pc:picChg>
      </pc:sldChg>
      <pc:sldChg chg="modSp new">
        <pc:chgData name="lakshmi abhishiktha" userId="9c26369dbb92a98d" providerId="Windows Live" clId="Web-{47D56BF7-8439-4730-A779-AD08C9EAB941}" dt="2026-04-04T03:32:52.349" v="387" actId="20577"/>
        <pc:sldMkLst>
          <pc:docMk/>
          <pc:sldMk cId="1602556142" sldId="283"/>
        </pc:sldMkLst>
        <pc:spChg chg="mod">
          <ac:chgData name="lakshmi abhishiktha" userId="9c26369dbb92a98d" providerId="Windows Live" clId="Web-{47D56BF7-8439-4730-A779-AD08C9EAB941}" dt="2026-04-04T03:32:37.020" v="383" actId="20577"/>
          <ac:spMkLst>
            <pc:docMk/>
            <pc:sldMk cId="1602556142" sldId="283"/>
            <ac:spMk id="2" creationId="{C6A6B73E-357D-84AD-E801-178DF80E1D90}"/>
          </ac:spMkLst>
        </pc:spChg>
        <pc:spChg chg="mod">
          <ac:chgData name="lakshmi abhishiktha" userId="9c26369dbb92a98d" providerId="Windows Live" clId="Web-{47D56BF7-8439-4730-A779-AD08C9EAB941}" dt="2026-04-04T03:32:52.349" v="387" actId="20577"/>
          <ac:spMkLst>
            <pc:docMk/>
            <pc:sldMk cId="1602556142" sldId="283"/>
            <ac:spMk id="3" creationId="{061F1DDA-E6B8-0513-D4E1-3EEAE0F5A079}"/>
          </ac:spMkLst>
        </pc:spChg>
      </pc:sldChg>
      <pc:sldChg chg="modSp new">
        <pc:chgData name="lakshmi abhishiktha" userId="9c26369dbb92a98d" providerId="Windows Live" clId="Web-{47D56BF7-8439-4730-A779-AD08C9EAB941}" dt="2026-04-04T03:33:39.570" v="393" actId="20577"/>
        <pc:sldMkLst>
          <pc:docMk/>
          <pc:sldMk cId="1067625202" sldId="284"/>
        </pc:sldMkLst>
        <pc:spChg chg="mod">
          <ac:chgData name="lakshmi abhishiktha" userId="9c26369dbb92a98d" providerId="Windows Live" clId="Web-{47D56BF7-8439-4730-A779-AD08C9EAB941}" dt="2026-04-04T03:33:39.570" v="393" actId="20577"/>
          <ac:spMkLst>
            <pc:docMk/>
            <pc:sldMk cId="1067625202" sldId="284"/>
            <ac:spMk id="2" creationId="{656FD80C-C7BC-E843-56E2-E589B1732090}"/>
          </ac:spMkLst>
        </pc:spChg>
        <pc:spChg chg="mod">
          <ac:chgData name="lakshmi abhishiktha" userId="9c26369dbb92a98d" providerId="Windows Live" clId="Web-{47D56BF7-8439-4730-A779-AD08C9EAB941}" dt="2026-04-04T03:18:28.142" v="298" actId="20577"/>
          <ac:spMkLst>
            <pc:docMk/>
            <pc:sldMk cId="1067625202" sldId="284"/>
            <ac:spMk id="3" creationId="{5C473A6C-6164-CBEA-78FD-E57CBDF34B84}"/>
          </ac:spMkLst>
        </pc:spChg>
      </pc:sldChg>
      <pc:sldChg chg="modSp new">
        <pc:chgData name="lakshmi abhishiktha" userId="9c26369dbb92a98d" providerId="Windows Live" clId="Web-{47D56BF7-8439-4730-A779-AD08C9EAB941}" dt="2026-04-04T03:33:58.461" v="395" actId="20577"/>
        <pc:sldMkLst>
          <pc:docMk/>
          <pc:sldMk cId="3775275724" sldId="285"/>
        </pc:sldMkLst>
        <pc:spChg chg="mod">
          <ac:chgData name="lakshmi abhishiktha" userId="9c26369dbb92a98d" providerId="Windows Live" clId="Web-{47D56BF7-8439-4730-A779-AD08C9EAB941}" dt="2026-04-04T03:33:58.461" v="395" actId="20577"/>
          <ac:spMkLst>
            <pc:docMk/>
            <pc:sldMk cId="3775275724" sldId="285"/>
            <ac:spMk id="2" creationId="{3C058ED2-B178-5A8B-0D0E-E68868B34FB3}"/>
          </ac:spMkLst>
        </pc:spChg>
        <pc:spChg chg="mod">
          <ac:chgData name="lakshmi abhishiktha" userId="9c26369dbb92a98d" providerId="Windows Live" clId="Web-{47D56BF7-8439-4730-A779-AD08C9EAB941}" dt="2026-04-04T03:18:53.409" v="302" actId="20577"/>
          <ac:spMkLst>
            <pc:docMk/>
            <pc:sldMk cId="3775275724" sldId="285"/>
            <ac:spMk id="3" creationId="{C10DBB58-6D37-F0D9-B737-26535E921FF3}"/>
          </ac:spMkLst>
        </pc:spChg>
      </pc:sldChg>
      <pc:sldChg chg="modSp new">
        <pc:chgData name="lakshmi abhishiktha" userId="9c26369dbb92a98d" providerId="Windows Live" clId="Web-{47D56BF7-8439-4730-A779-AD08C9EAB941}" dt="2026-04-04T03:34:07.227" v="397" actId="20577"/>
        <pc:sldMkLst>
          <pc:docMk/>
          <pc:sldMk cId="1685626071" sldId="286"/>
        </pc:sldMkLst>
        <pc:spChg chg="mod">
          <ac:chgData name="lakshmi abhishiktha" userId="9c26369dbb92a98d" providerId="Windows Live" clId="Web-{47D56BF7-8439-4730-A779-AD08C9EAB941}" dt="2026-04-04T03:34:07.227" v="397" actId="20577"/>
          <ac:spMkLst>
            <pc:docMk/>
            <pc:sldMk cId="1685626071" sldId="286"/>
            <ac:spMk id="2" creationId="{ED362958-5B02-8183-242D-9D8DA174C686}"/>
          </ac:spMkLst>
        </pc:spChg>
        <pc:spChg chg="mod">
          <ac:chgData name="lakshmi abhishiktha" userId="9c26369dbb92a98d" providerId="Windows Live" clId="Web-{47D56BF7-8439-4730-A779-AD08C9EAB941}" dt="2026-04-04T03:19:22.394" v="306" actId="20577"/>
          <ac:spMkLst>
            <pc:docMk/>
            <pc:sldMk cId="1685626071" sldId="286"/>
            <ac:spMk id="3" creationId="{BFD0F6E7-2AEC-4E34-3AF5-C1AAD07949B4}"/>
          </ac:spMkLst>
        </pc:spChg>
      </pc:sldChg>
      <pc:sldChg chg="modSp new">
        <pc:chgData name="lakshmi abhishiktha" userId="9c26369dbb92a98d" providerId="Windows Live" clId="Web-{47D56BF7-8439-4730-A779-AD08C9EAB941}" dt="2026-04-04T03:35:14.480" v="402" actId="20577"/>
        <pc:sldMkLst>
          <pc:docMk/>
          <pc:sldMk cId="3337838449" sldId="287"/>
        </pc:sldMkLst>
        <pc:spChg chg="mod">
          <ac:chgData name="lakshmi abhishiktha" userId="9c26369dbb92a98d" providerId="Windows Live" clId="Web-{47D56BF7-8439-4730-A779-AD08C9EAB941}" dt="2026-04-04T03:34:57.932" v="399" actId="20577"/>
          <ac:spMkLst>
            <pc:docMk/>
            <pc:sldMk cId="3337838449" sldId="287"/>
            <ac:spMk id="2" creationId="{3411A340-733C-6BF5-62F8-193321B76F89}"/>
          </ac:spMkLst>
        </pc:spChg>
        <pc:spChg chg="mod">
          <ac:chgData name="lakshmi abhishiktha" userId="9c26369dbb92a98d" providerId="Windows Live" clId="Web-{47D56BF7-8439-4730-A779-AD08C9EAB941}" dt="2026-04-04T03:35:14.480" v="402" actId="20577"/>
          <ac:spMkLst>
            <pc:docMk/>
            <pc:sldMk cId="3337838449" sldId="287"/>
            <ac:spMk id="3" creationId="{E84735CB-5A3B-7AE7-FA45-38EF9198BF03}"/>
          </ac:spMkLst>
        </pc:spChg>
      </pc:sldChg>
      <pc:sldChg chg="addSp delSp modSp new mod modClrScheme chgLayout">
        <pc:chgData name="lakshmi abhishiktha" userId="9c26369dbb92a98d" providerId="Windows Live" clId="Web-{47D56BF7-8439-4730-A779-AD08C9EAB941}" dt="2026-04-04T03:40:23.034" v="429" actId="1076"/>
        <pc:sldMkLst>
          <pc:docMk/>
          <pc:sldMk cId="2996815401" sldId="288"/>
        </pc:sldMkLst>
        <pc:spChg chg="del">
          <ac:chgData name="lakshmi abhishiktha" userId="9c26369dbb92a98d" providerId="Windows Live" clId="Web-{47D56BF7-8439-4730-A779-AD08C9EAB941}" dt="2026-04-04T03:40:05.549" v="424"/>
          <ac:spMkLst>
            <pc:docMk/>
            <pc:sldMk cId="2996815401" sldId="288"/>
            <ac:spMk id="2" creationId="{9C5A31DD-B02D-ECBA-1800-0E96C3B1063A}"/>
          </ac:spMkLst>
        </pc:spChg>
        <pc:spChg chg="del">
          <ac:chgData name="lakshmi abhishiktha" userId="9c26369dbb92a98d" providerId="Windows Live" clId="Web-{47D56BF7-8439-4730-A779-AD08C9EAB941}" dt="2026-04-04T03:40:05.549" v="424"/>
          <ac:spMkLst>
            <pc:docMk/>
            <pc:sldMk cId="2996815401" sldId="288"/>
            <ac:spMk id="3" creationId="{9547D1E0-1AF0-D742-0534-0350AA53D0AD}"/>
          </ac:spMkLst>
        </pc:spChg>
        <pc:picChg chg="add mod">
          <ac:chgData name="lakshmi abhishiktha" userId="9c26369dbb92a98d" providerId="Windows Live" clId="Web-{47D56BF7-8439-4730-A779-AD08C9EAB941}" dt="2026-04-04T03:40:23.034" v="429" actId="1076"/>
          <ac:picMkLst>
            <pc:docMk/>
            <pc:sldMk cId="2996815401" sldId="288"/>
            <ac:picMk id="4" creationId="{C0CAACE5-F465-D916-E880-3A4D475CA7A1}"/>
          </ac:picMkLst>
        </pc:picChg>
      </pc:sldChg>
      <pc:sldChg chg="new del">
        <pc:chgData name="lakshmi abhishiktha" userId="9c26369dbb92a98d" providerId="Windows Live" clId="Web-{47D56BF7-8439-4730-A779-AD08C9EAB941}" dt="2026-04-04T03:20:35.536" v="318"/>
        <pc:sldMkLst>
          <pc:docMk/>
          <pc:sldMk cId="3601177254" sldId="288"/>
        </pc:sldMkLst>
      </pc:sldChg>
      <pc:sldChg chg="addSp delSp modSp new">
        <pc:chgData name="lakshmi abhishiktha" userId="9c26369dbb92a98d" providerId="Windows Live" clId="Web-{47D56BF7-8439-4730-A779-AD08C9EAB941}" dt="2026-04-04T03:43:21.693" v="441" actId="1076"/>
        <pc:sldMkLst>
          <pc:docMk/>
          <pc:sldMk cId="3387993572" sldId="289"/>
        </pc:sldMkLst>
        <pc:picChg chg="add del mod">
          <ac:chgData name="lakshmi abhishiktha" userId="9c26369dbb92a98d" providerId="Windows Live" clId="Web-{47D56BF7-8439-4730-A779-AD08C9EAB941}" dt="2026-04-04T03:43:16.427" v="439"/>
          <ac:picMkLst>
            <pc:docMk/>
            <pc:sldMk cId="3387993572" sldId="289"/>
            <ac:picMk id="2" creationId="{6F6B22F0-1A05-18E1-FFC4-695EAF77AE21}"/>
          </ac:picMkLst>
        </pc:picChg>
        <pc:picChg chg="add mod">
          <ac:chgData name="lakshmi abhishiktha" userId="9c26369dbb92a98d" providerId="Windows Live" clId="Web-{47D56BF7-8439-4730-A779-AD08C9EAB941}" dt="2026-04-04T03:43:21.693" v="441" actId="1076"/>
          <ac:picMkLst>
            <pc:docMk/>
            <pc:sldMk cId="3387993572" sldId="289"/>
            <ac:picMk id="3" creationId="{0502D315-78A2-4A21-F8E6-1C75AB917C1D}"/>
          </ac:picMkLst>
        </pc:picChg>
      </pc:sldChg>
      <pc:sldChg chg="addSp delSp modSp new mod modClrScheme chgLayout">
        <pc:chgData name="lakshmi abhishiktha" userId="9c26369dbb92a98d" providerId="Windows Live" clId="Web-{47D56BF7-8439-4730-A779-AD08C9EAB941}" dt="2026-04-04T03:46:31.718" v="455" actId="14100"/>
        <pc:sldMkLst>
          <pc:docMk/>
          <pc:sldMk cId="195156781" sldId="290"/>
        </pc:sldMkLst>
        <pc:spChg chg="del">
          <ac:chgData name="lakshmi abhishiktha" userId="9c26369dbb92a98d" providerId="Windows Live" clId="Web-{47D56BF7-8439-4730-A779-AD08C9EAB941}" dt="2026-04-04T03:46:02.262" v="450"/>
          <ac:spMkLst>
            <pc:docMk/>
            <pc:sldMk cId="195156781" sldId="290"/>
            <ac:spMk id="2" creationId="{B5160909-F4D5-D09D-8655-FE060264E621}"/>
          </ac:spMkLst>
        </pc:spChg>
        <pc:spChg chg="del">
          <ac:chgData name="lakshmi abhishiktha" userId="9c26369dbb92a98d" providerId="Windows Live" clId="Web-{47D56BF7-8439-4730-A779-AD08C9EAB941}" dt="2026-04-04T03:46:02.262" v="450"/>
          <ac:spMkLst>
            <pc:docMk/>
            <pc:sldMk cId="195156781" sldId="290"/>
            <ac:spMk id="3" creationId="{24C83DC9-E66E-0B86-F277-03AFC41B0CDE}"/>
          </ac:spMkLst>
        </pc:spChg>
        <pc:picChg chg="add mod">
          <ac:chgData name="lakshmi abhishiktha" userId="9c26369dbb92a98d" providerId="Windows Live" clId="Web-{47D56BF7-8439-4730-A779-AD08C9EAB941}" dt="2026-04-04T03:46:31.718" v="455" actId="14100"/>
          <ac:picMkLst>
            <pc:docMk/>
            <pc:sldMk cId="195156781" sldId="290"/>
            <ac:picMk id="4" creationId="{DC2D5C6F-1BFD-BDEE-FFB6-46F169D3507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4/3/2026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4/3/2026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4/3/2026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4/3/2026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4/3/2026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4/3/2026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4/3/2026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4/3/2026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4/3/2026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4/3/2026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4/3/2026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4/3/2026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5400" dirty="0">
                <a:ea typeface="+mj-lt"/>
                <a:cs typeface="+mj-lt"/>
              </a:rPr>
              <a:t>CPU Load Balancer &amp; Multi-</a:t>
            </a:r>
            <a:r>
              <a:rPr lang="en-US" sz="5400">
                <a:ea typeface="+mj-lt"/>
                <a:cs typeface="+mj-lt"/>
              </a:rPr>
              <a:t>Core Scheduler Simulator</a:t>
            </a:r>
            <a:br>
              <a:rPr lang="en-US" sz="5400" dirty="0">
                <a:ea typeface="+mj-lt"/>
                <a:cs typeface="+mj-lt"/>
              </a:rPr>
            </a:br>
            <a:r>
              <a:rPr lang="en-US" sz="5400">
                <a:ea typeface="+mj-lt"/>
                <a:cs typeface="+mj-lt"/>
              </a:rPr>
              <a:t>(CORESHIFT)</a:t>
            </a:r>
            <a:br>
              <a:rPr lang="en-US" sz="5400" dirty="0">
                <a:ea typeface="+mj-lt"/>
                <a:cs typeface="+mj-lt"/>
              </a:rPr>
            </a:br>
            <a:endParaRPr lang="en-US" sz="5400" dirty="0">
              <a:ea typeface="+mj-lt"/>
              <a:cs typeface="+mj-lt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/>
              <a:t>BY S.LAKSHMI ABHISHIKTHA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5DFD5-BBEB-5F57-70FB-4D0D0242E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236" y="909918"/>
            <a:ext cx="10963655" cy="1602442"/>
          </a:xfrm>
        </p:spPr>
        <p:txBody>
          <a:bodyPr/>
          <a:lstStyle/>
          <a:p>
            <a:r>
              <a:rPr lang="en-US" sz="4000" b="1">
                <a:solidFill>
                  <a:srgbClr val="000001"/>
                </a:solidFill>
                <a:ea typeface="+mj-lt"/>
                <a:cs typeface="+mj-lt"/>
              </a:rPr>
              <a:t>Department &amp; University</a:t>
            </a:r>
            <a:endParaRPr lang="en-US" sz="4000" b="1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109EFB-6C06-377B-ED8C-54FB5A34DC94}"/>
              </a:ext>
            </a:extLst>
          </p:cNvPr>
          <p:cNvSpPr txBox="1"/>
          <p:nvPr/>
        </p:nvSpPr>
        <p:spPr>
          <a:xfrm>
            <a:off x="210101" y="3301209"/>
            <a:ext cx="6127377" cy="196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000001"/>
                </a:solidFill>
                <a:ea typeface="+mn-lt"/>
                <a:cs typeface="+mn-lt"/>
              </a:rPr>
              <a:t>Department</a:t>
            </a:r>
            <a:endParaRPr lang="en-US"/>
          </a:p>
          <a:p>
            <a:pPr algn="l"/>
            <a:endParaRPr lang="en-US" sz="2800" b="1" dirty="0">
              <a:solidFill>
                <a:srgbClr val="000001"/>
              </a:solidFill>
            </a:endParaRPr>
          </a:p>
          <a:p>
            <a:r>
              <a:rPr lang="en-US" sz="2000">
                <a:solidFill>
                  <a:srgbClr val="000001"/>
                </a:solidFill>
                <a:latin typeface="Montserrat"/>
              </a:rPr>
              <a:t>Computer Science &amp; Engineering</a:t>
            </a:r>
            <a:endParaRPr lang="en-US" sz="2000"/>
          </a:p>
          <a:p>
            <a:endParaRPr lang="en-US" sz="2800" b="1" dirty="0">
              <a:solidFill>
                <a:srgbClr val="000001"/>
              </a:solidFill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B91742-02C9-4056-1FD6-39DC4D86A48B}"/>
              </a:ext>
            </a:extLst>
          </p:cNvPr>
          <p:cNvSpPr txBox="1"/>
          <p:nvPr/>
        </p:nvSpPr>
        <p:spPr>
          <a:xfrm>
            <a:off x="8209253" y="3308049"/>
            <a:ext cx="2956111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000001"/>
                </a:solidFill>
                <a:ea typeface="+mn-lt"/>
                <a:cs typeface="+mn-lt"/>
              </a:rPr>
              <a:t>University</a:t>
            </a:r>
            <a:endParaRPr lang="en-US"/>
          </a:p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CA842-3654-5192-111E-89812E722AE8}"/>
              </a:ext>
            </a:extLst>
          </p:cNvPr>
          <p:cNvSpPr txBox="1"/>
          <p:nvPr/>
        </p:nvSpPr>
        <p:spPr>
          <a:xfrm>
            <a:off x="6552310" y="4035390"/>
            <a:ext cx="542140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000001"/>
                </a:solidFill>
                <a:latin typeface="Montserrat"/>
              </a:rPr>
              <a:t>K L (Deemed to be) University</a:t>
            </a:r>
            <a:endParaRPr lang="en-US" sz="2000" dirty="0"/>
          </a:p>
          <a:p>
            <a:r>
              <a:rPr lang="en-US" sz="2000" dirty="0" err="1">
                <a:solidFill>
                  <a:srgbClr val="000001"/>
                </a:solidFill>
                <a:latin typeface="Montserrat"/>
              </a:rPr>
              <a:t>Bowrampet</a:t>
            </a:r>
            <a:r>
              <a:rPr lang="en-US" sz="2000" dirty="0">
                <a:solidFill>
                  <a:srgbClr val="000001"/>
                </a:solidFill>
                <a:latin typeface="Montserrat"/>
              </a:rPr>
              <a:t>, Hyderabad</a:t>
            </a:r>
            <a:endParaRPr lang="en-US" sz="2000" dirty="0"/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34679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1660-8B3D-174A-9F50-9441D4241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1"/>
            <a:ext cx="10963655" cy="1467971"/>
          </a:xfrm>
        </p:spPr>
        <p:txBody>
          <a:bodyPr/>
          <a:lstStyle/>
          <a:p>
            <a:r>
              <a:rPr lang="en-US" sz="5600" b="1">
                <a:solidFill>
                  <a:srgbClr val="000001"/>
                </a:solidFill>
                <a:ea typeface="+mj-lt"/>
                <a:cs typeface="+mj-lt"/>
              </a:rPr>
              <a:t>Introduction</a:t>
            </a:r>
            <a:endParaRPr lang="en-US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B14BE-E47D-4639-FF4C-1F5537CBE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A </a:t>
            </a:r>
            <a:r>
              <a:rPr lang="en-US" sz="2400" b="1">
                <a:ea typeface="+mn-lt"/>
                <a:cs typeface="+mn-lt"/>
              </a:rPr>
              <a:t>CPU Load Balancer &amp; Multi‑Core Scheduler Simulator</a:t>
            </a:r>
            <a:r>
              <a:rPr lang="en-US" sz="2400">
                <a:ea typeface="+mn-lt"/>
                <a:cs typeface="+mn-lt"/>
              </a:rPr>
              <a:t> is a tool that models how an operating system assigns tasks across CPU cores to improve performance.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In multi‑tasking systems, tasks or “processes” compete for CPU time — the scheduler must decide which runs when and on which core to maximize efficiency. 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Load balancing ensures no core is idle while others are overloaded. </a:t>
            </a:r>
            <a:endParaRPr lang="en-US" sz="24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665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81DA8-A480-465E-EB56-E05A9C329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Problem Statement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ACA32-1EE6-3BA0-A40B-7B01B087F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In multi-core systems, improper workload distribution can lead to:</a:t>
            </a:r>
            <a:endParaRPr lang="en-US" sz="2400" dirty="0"/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CPU core overload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Poor resource utilization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Scheduling inefficiency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Reduced system performance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Need . A system is required to simulate and visualize how CPU load balancing improves performance and efficiency.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216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D05B1-C2F6-C6DE-6C79-F3E060DDC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Project Overview: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2BBCC-C2FF-DDF1-B533-01CEDA51E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 err="1">
                <a:ea typeface="+mn-lt"/>
                <a:cs typeface="+mn-lt"/>
              </a:rPr>
              <a:t>CoreShift</a:t>
            </a:r>
            <a:r>
              <a:rPr lang="en-US" sz="2400" dirty="0">
                <a:ea typeface="+mn-lt"/>
                <a:cs typeface="+mn-lt"/>
              </a:rPr>
              <a:t> is a simulation-based OS project that demonstrates how tasks are distributed across multiple CPU cores.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It focuses on: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Process Scheduling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Load Balancing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Task Migration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Core Utilization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Goal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To provide a practical understanding of how operating systems manage workloads efficiently.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73950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C3F9B-6FF4-D6A9-9510-32EEE39A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Objectives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C444A-B52F-F5A1-7D84-0FBF24508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Simulate CPU load balancing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Distribute tasks across multiple cores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Visualize process migration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Improve understanding of OS scheduling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Analyze CPU utilization efficiency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 descr="A close up of a circuit board&#10;&#10;AI-generated content may be incorrect.">
            <a:extLst>
              <a:ext uri="{FF2B5EF4-FFF2-40B4-BE49-F238E27FC236}">
                <a16:creationId xmlns:a16="http://schemas.microsoft.com/office/drawing/2014/main" id="{FEA00AB3-B01A-6B69-C49D-6A51D6C9B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215" y="2005852"/>
            <a:ext cx="5285598" cy="400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29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8DB9-2378-8D6A-48C2-28E562C6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Key Features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B8D12-8965-EE09-063F-B2BFE860E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Multi-Core CPU Simulation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Dynamic Task Allocation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Load Balancing Mechanism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Task Migration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Core Utilization Monitoring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Interactive Visualization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1294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711F-5379-E5D3-7A84-9CCD164BF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FEATURES: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82AF0-3D3B-B232-8C3C-41B12A2B9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/>
              <a:t>12.1 System Control Module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Start/Stop/Reset simulation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Scheduler strategy selection </a:t>
            </a:r>
            <a:endParaRPr lang="en-US" sz="2400" dirty="0"/>
          </a:p>
          <a:p>
            <a:r>
              <a:rPr lang="en-US" sz="2400" b="1"/>
              <a:t>12.2 App Usage Insights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Real‑time CPU, memory, and process usage </a:t>
            </a:r>
            <a:endParaRPr lang="en-US" sz="2400" dirty="0"/>
          </a:p>
          <a:p>
            <a:r>
              <a:rPr lang="en-US" sz="2400" b="1"/>
              <a:t>12.3 Significant CPU Usage Reduction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Adaptive load balancing prevents core overloads </a:t>
            </a:r>
            <a:endParaRPr lang="en-US" sz="2400" dirty="0"/>
          </a:p>
          <a:p>
            <a:r>
              <a:rPr lang="en-US" sz="2400" b="1"/>
              <a:t>12.4 Memory Consumption Optimization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Integrated memory impact insights 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5308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99DF-0EBA-8CBE-F245-9E666D7A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Tech Stack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9DD52-BB1C-DB7D-5CF9-BC7F2AA06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593476"/>
            <a:ext cx="10963656" cy="43434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Frontend:</a:t>
            </a:r>
            <a:endParaRPr lang="en-US" sz="2400" b="1" dirty="0"/>
          </a:p>
          <a:p>
            <a:r>
              <a:rPr lang="en-US" sz="2400">
                <a:ea typeface="+mn-lt"/>
                <a:cs typeface="+mn-lt"/>
              </a:rPr>
              <a:t>HTML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CSS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JavaScript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React </a:t>
            </a:r>
            <a:endParaRPr lang="en-US" sz="2400" dirty="0"/>
          </a:p>
          <a:p>
            <a:r>
              <a:rPr lang="en-US" sz="2400" b="1">
                <a:ea typeface="+mn-lt"/>
                <a:cs typeface="+mn-lt"/>
              </a:rPr>
              <a:t>Backend / Logic:</a:t>
            </a:r>
            <a:endParaRPr lang="en-US" sz="2400" b="1" dirty="0"/>
          </a:p>
          <a:p>
            <a:r>
              <a:rPr lang="en-US" sz="2400">
                <a:ea typeface="+mn-lt"/>
                <a:cs typeface="+mn-lt"/>
              </a:rPr>
              <a:t>JavaScript </a:t>
            </a:r>
            <a:endParaRPr lang="en-US" sz="2400" dirty="0"/>
          </a:p>
          <a:p>
            <a:r>
              <a:rPr lang="en-US" sz="2400" b="1">
                <a:ea typeface="+mn-lt"/>
                <a:cs typeface="+mn-lt"/>
              </a:rPr>
              <a:t>Online Deployment:</a:t>
            </a:r>
            <a:endParaRPr lang="en-US" sz="2400" b="1" dirty="0"/>
          </a:p>
          <a:p>
            <a:r>
              <a:rPr lang="en-US" sz="2400">
                <a:ea typeface="+mn-lt"/>
                <a:cs typeface="+mn-lt"/>
              </a:rPr>
              <a:t>Netlify (for deployment)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89065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D567A-986C-A0DD-BCF5-83AE71836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System Architecture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20B49-0D07-7B82-04ED-A93E829C7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1. Input Layer: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User enters tasks / processes</a:t>
            </a:r>
            <a:endParaRPr lang="en-US" sz="2400" dirty="0"/>
          </a:p>
          <a:p>
            <a:r>
              <a:rPr lang="en-US" sz="2400" b="1">
                <a:ea typeface="+mn-lt"/>
                <a:cs typeface="+mn-lt"/>
              </a:rPr>
              <a:t>2. Scheduling Layer: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Assigns tasks to CPU cores</a:t>
            </a:r>
            <a:endParaRPr lang="en-US" sz="2400" dirty="0"/>
          </a:p>
          <a:p>
            <a:r>
              <a:rPr lang="en-US" sz="2400" b="1">
                <a:ea typeface="+mn-lt"/>
                <a:cs typeface="+mn-lt"/>
              </a:rPr>
              <a:t>3. Load Balancer: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Monitors and redistributes workload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4. Output </a:t>
            </a:r>
            <a:r>
              <a:rPr lang="en-US" sz="2400" b="1">
                <a:ea typeface="+mn-lt"/>
                <a:cs typeface="+mn-lt"/>
              </a:rPr>
              <a:t>Layer:</a:t>
            </a:r>
            <a:endParaRPr lang="en-US" sz="2400" b="1" dirty="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Displays</a:t>
            </a:r>
            <a:r>
              <a:rPr lang="en-US" sz="2400" dirty="0">
                <a:ea typeface="+mn-lt"/>
                <a:cs typeface="+mn-lt"/>
              </a:rPr>
              <a:t> CPU usage and task distribution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5799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CC18A-AE48-E5A9-51AA-4008D44BF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Working of </a:t>
            </a:r>
            <a:r>
              <a:rPr lang="en-US" b="1" dirty="0" err="1">
                <a:ea typeface="+mj-lt"/>
                <a:cs typeface="+mj-lt"/>
              </a:rPr>
              <a:t>CoreShift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3C985-632F-B16B-D16E-947DA6E02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6741"/>
            <a:ext cx="10963656" cy="434340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Step 1: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Input tasks are added to the simulator</a:t>
            </a:r>
            <a:endParaRPr lang="en-US" sz="2400" dirty="0"/>
          </a:p>
          <a:p>
            <a:r>
              <a:rPr lang="en-US" sz="2400" b="1">
                <a:ea typeface="+mn-lt"/>
                <a:cs typeface="+mn-lt"/>
              </a:rPr>
              <a:t>Step 2: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Tasks are assigned to available CPU cores</a:t>
            </a:r>
            <a:endParaRPr lang="en-US" sz="2400" dirty="0"/>
          </a:p>
          <a:p>
            <a:r>
              <a:rPr lang="en-US" sz="2400" b="1">
                <a:ea typeface="+mn-lt"/>
                <a:cs typeface="+mn-lt"/>
              </a:rPr>
              <a:t>Step 3:</a:t>
            </a:r>
            <a:endParaRPr lang="en-US" sz="2400" b="1"/>
          </a:p>
          <a:p>
            <a:r>
              <a:rPr lang="en-US" sz="2400" dirty="0">
                <a:ea typeface="+mn-lt"/>
                <a:cs typeface="+mn-lt"/>
              </a:rPr>
              <a:t>CPU load is monitored continuously</a:t>
            </a:r>
            <a:endParaRPr lang="en-US" sz="2400" dirty="0"/>
          </a:p>
          <a:p>
            <a:r>
              <a:rPr lang="en-US" sz="2400" b="1">
                <a:ea typeface="+mn-lt"/>
                <a:cs typeface="+mn-lt"/>
              </a:rPr>
              <a:t>Step 4: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Overloaded cores transfer tasks to less loaded cores</a:t>
            </a:r>
            <a:endParaRPr lang="en-US" sz="2400" dirty="0"/>
          </a:p>
          <a:p>
            <a:r>
              <a:rPr lang="en-US" sz="2400" b="1">
                <a:ea typeface="+mn-lt"/>
                <a:cs typeface="+mn-lt"/>
              </a:rPr>
              <a:t>Step 5: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Balanced workload distribution is displayed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99984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omputer process&#10;&#10;AI-generated content may be incorrect.">
            <a:extLst>
              <a:ext uri="{FF2B5EF4-FFF2-40B4-BE49-F238E27FC236}">
                <a16:creationId xmlns:a16="http://schemas.microsoft.com/office/drawing/2014/main" id="{DC2D5C6F-1BFD-BDEE-FFB6-46F169D35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324" y="-11206"/>
            <a:ext cx="5950323" cy="686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6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B73E-357D-84AD-E801-178DF80E1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Load Balancing </a:t>
            </a:r>
            <a:r>
              <a:rPr lang="en-US" b="1" dirty="0">
                <a:ea typeface="+mj-lt"/>
                <a:cs typeface="+mj-lt"/>
              </a:rPr>
              <a:t>Concept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F1DDA-E6B8-0513-D4E1-3EEAE0F5A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447800"/>
            <a:ext cx="10963656" cy="489248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CPU Load Balancing: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CPU Load Balancing is the process of evenly distributing workloads across processor cores.</a:t>
            </a:r>
            <a:endParaRPr lang="en-US" sz="2400" dirty="0"/>
          </a:p>
          <a:p>
            <a:r>
              <a:rPr lang="en-US" sz="2400" b="1">
                <a:ea typeface="+mn-lt"/>
                <a:cs typeface="+mn-lt"/>
              </a:rPr>
              <a:t>Benefits:</a:t>
            </a:r>
            <a:endParaRPr lang="en-US" sz="2400" b="1"/>
          </a:p>
          <a:p>
            <a:r>
              <a:rPr lang="en-US" sz="2400" dirty="0">
                <a:ea typeface="+mn-lt"/>
                <a:cs typeface="+mn-lt"/>
              </a:rPr>
              <a:t>Better CPU utilization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Reduced overload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Improved performance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Efficient task execution</a:t>
            </a:r>
            <a:endParaRPr lang="en-US" sz="2400" dirty="0"/>
          </a:p>
          <a:p>
            <a:r>
              <a:rPr lang="en-US" sz="2400" dirty="0" err="1">
                <a:ea typeface="+mn-lt"/>
                <a:cs typeface="+mn-lt"/>
              </a:rPr>
              <a:t>CoreShift</a:t>
            </a:r>
            <a:r>
              <a:rPr lang="en-US" sz="2400" dirty="0">
                <a:ea typeface="+mn-lt"/>
                <a:cs typeface="+mn-lt"/>
              </a:rPr>
              <a:t> demonstrates this behavior through simulation.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2556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FD80C-C7BC-E843-56E2-E589B1732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Advantages: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73A6C-6164-CBEA-78FD-E57CBDF34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Easy to understand OS concepts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Demonstrates real-time workload distribution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Improves learning of CPU scheduling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Useful for academic demonstrations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Interactive and visually clear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67625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58ED2-B178-5A8B-0D0E-E68868B3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 Applications: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DBB58-6D37-F0D9-B737-26535E921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Operating Systems learning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CPU scheduling demonstrations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Multi-core processing simulation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Academic project presentations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Performance analysis education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75275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2E852-3785-1F0C-158A-CD4EC7B61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User‑Friendly GUI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C816F-CEDA-F39C-C920-C5743B5E5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Visual graphs of CPU usage per core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Controls for scheduling parameters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Side‑by‑side comparison of performance metrics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15777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2958-5B02-8183-242D-9D8DA174C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Future Scope: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0F6E7-2AEC-4E34-3AF5-C1AAD0794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Add scheduling algorithms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(FCFS, Round Robin, Priority, SJF)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Include real-time graphs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Add thread-level simulation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Improve dashboard visualization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Implement AI-based balancing logic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85626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1A340-733C-6BF5-62F8-193321B76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735CB-5A3B-7AE7-FA45-38EF9198B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Core Shift</a:t>
            </a:r>
            <a:r>
              <a:rPr lang="en-US" sz="2400" dirty="0">
                <a:ea typeface="+mn-lt"/>
                <a:cs typeface="+mn-lt"/>
              </a:rPr>
              <a:t> successfully simulates CPU load balancing in a multi-core environment.</a:t>
            </a:r>
          </a:p>
          <a:p>
            <a:r>
              <a:rPr lang="en-US" sz="2400" b="1">
                <a:ea typeface="+mn-lt"/>
                <a:cs typeface="+mn-lt"/>
              </a:rPr>
              <a:t>It helps visualize: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Process scheduling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Task migration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Core utilization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Workload balancing</a:t>
            </a:r>
            <a:endParaRPr lang="en-US" sz="2400" dirty="0"/>
          </a:p>
          <a:p>
            <a:r>
              <a:rPr lang="en-US" sz="2400">
                <a:ea typeface="+mn-lt"/>
                <a:cs typeface="+mn-lt"/>
              </a:rPr>
              <a:t>It serves as an effective tool for understanding key Operating Systems concepts.</a:t>
            </a:r>
            <a:endParaRPr lang="en-US" sz="240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7838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36DF-044F-CFEF-A652-D85B5E703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Results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185A0-C839-987E-7A4A-F3FCC21B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Demonstrate </a:t>
            </a:r>
            <a:r>
              <a:rPr lang="en-US" sz="2400" b="1">
                <a:ea typeface="+mn-lt"/>
                <a:cs typeface="+mn-lt"/>
              </a:rPr>
              <a:t>load distribution improvements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Compare traditional scheduler vs. your simulator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Efficiency gains in key scenarios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640679-3ACE-0AD9-881D-6BCF2FE86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64" y="3724228"/>
            <a:ext cx="11654119" cy="268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677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CAACE5-F465-D916-E880-3A4D475CA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17" y="474110"/>
            <a:ext cx="11743765" cy="567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815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02D315-78A2-4A21-F8E6-1C75AB917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88" y="372684"/>
            <a:ext cx="11855824" cy="578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993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00A0-47BB-3A5E-4651-B47609C6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STATS: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D1C9C-228A-C1C2-398E-4ADDEE4BC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ea typeface="+mn-lt"/>
                <a:cs typeface="+mn-lt"/>
              </a:rPr>
              <a:t>Include key simulation results such as:</a:t>
            </a:r>
            <a:endParaRPr lang="en-US" sz="2400" b="1"/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CPU utilization per core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Response time improvement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Throughput changes 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06040307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Copilot Layouts_win32_KO_V11" id="{190D3195-6803-4DBD-A5E5-D3BB0A934856}" vid="{D3DF0ADA-3EA0-49DE-8FCB-DFEAAB5B3A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</Words>
  <Application>Microsoft Office PowerPoint</Application>
  <PresentationFormat>Widescreen</PresentationFormat>
  <Paragraphs>3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Blockwork elegance</vt:lpstr>
      <vt:lpstr>CPU Load Balancer &amp; Multi-Core Scheduler Simulator (CORESHIFT) </vt:lpstr>
      <vt:lpstr>Department &amp; University </vt:lpstr>
      <vt:lpstr>Introduction </vt:lpstr>
      <vt:lpstr>Problem Statement</vt:lpstr>
      <vt:lpstr>Project Overview:</vt:lpstr>
      <vt:lpstr>Objectives</vt:lpstr>
      <vt:lpstr>Key Features</vt:lpstr>
      <vt:lpstr>FEATURES:</vt:lpstr>
      <vt:lpstr>Tech Stack</vt:lpstr>
      <vt:lpstr>System Architecture</vt:lpstr>
      <vt:lpstr>Working of CoreShift</vt:lpstr>
      <vt:lpstr>PowerPoint Presentation</vt:lpstr>
      <vt:lpstr>Load Balancing Concept</vt:lpstr>
      <vt:lpstr>Advantages:</vt:lpstr>
      <vt:lpstr> Applications:</vt:lpstr>
      <vt:lpstr>User‑Friendly GUI</vt:lpstr>
      <vt:lpstr>Future Scope:</vt:lpstr>
      <vt:lpstr>Conclusion</vt:lpstr>
      <vt:lpstr>Results</vt:lpstr>
      <vt:lpstr>PowerPoint Presentation</vt:lpstr>
      <vt:lpstr>PowerPoint Presentation</vt:lpstr>
      <vt:lpstr>STATS: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267</cp:revision>
  <dcterms:created xsi:type="dcterms:W3CDTF">2026-04-04T02:36:31Z</dcterms:created>
  <dcterms:modified xsi:type="dcterms:W3CDTF">2026-04-04T03:48:06Z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